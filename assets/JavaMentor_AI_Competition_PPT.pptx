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  <p:sldId id="263" r:id="rId7"/>
    <p:sldId id="261" r:id="rId8"/>
    <p:sldId id="259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AEEB61-8FB9-48F1-A381-10B52AA6575C}" v="120" dt="2026-07-06T18:50:32.0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9" d="100"/>
          <a:sy n="69" d="100"/>
        </p:scale>
        <p:origin x="644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ati SRI VANGIPURAM" userId="d13839bd-41d0-4af6-8dc1-cd67dfc3a44f" providerId="ADAL" clId="{7330F794-95F0-40CF-A26F-C2FACD2F288C}"/>
    <pc:docChg chg="undo custSel mod modSld sldOrd modMainMaster">
      <pc:chgData name="Mahati SRI VANGIPURAM" userId="d13839bd-41d0-4af6-8dc1-cd67dfc3a44f" providerId="ADAL" clId="{7330F794-95F0-40CF-A26F-C2FACD2F288C}" dt="2026-07-06T18:52:13.070" v="504" actId="14100"/>
      <pc:docMkLst>
        <pc:docMk/>
      </pc:docMkLst>
      <pc:sldChg chg="addSp modSp mod setBg">
        <pc:chgData name="Mahati SRI VANGIPURAM" userId="d13839bd-41d0-4af6-8dc1-cd67dfc3a44f" providerId="ADAL" clId="{7330F794-95F0-40CF-A26F-C2FACD2F288C}" dt="2026-07-06T18:17:28.667" v="181"/>
        <pc:sldMkLst>
          <pc:docMk/>
          <pc:sldMk cId="0" sldId="256"/>
        </pc:sldMkLst>
        <pc:spChg chg="mod">
          <ac:chgData name="Mahati SRI VANGIPURAM" userId="d13839bd-41d0-4af6-8dc1-cd67dfc3a44f" providerId="ADAL" clId="{7330F794-95F0-40CF-A26F-C2FACD2F288C}" dt="2026-07-06T16:55:41" v="68" actId="207"/>
          <ac:spMkLst>
            <pc:docMk/>
            <pc:sldMk cId="0" sldId="256"/>
            <ac:spMk id="2" creationId="{00000000-0000-0000-0000-000000000000}"/>
          </ac:spMkLst>
        </pc:spChg>
        <pc:spChg chg="mod">
          <ac:chgData name="Mahati SRI VANGIPURAM" userId="d13839bd-41d0-4af6-8dc1-cd67dfc3a44f" providerId="ADAL" clId="{7330F794-95F0-40CF-A26F-C2FACD2F288C}" dt="2026-07-06T18:17:28.667" v="181"/>
          <ac:spMkLst>
            <pc:docMk/>
            <pc:sldMk cId="0" sldId="256"/>
            <ac:spMk id="3" creationId="{00000000-0000-0000-0000-000000000000}"/>
          </ac:spMkLst>
        </pc:spChg>
        <pc:grpChg chg="add">
          <ac:chgData name="Mahati SRI VANGIPURAM" userId="d13839bd-41d0-4af6-8dc1-cd67dfc3a44f" providerId="ADAL" clId="{7330F794-95F0-40CF-A26F-C2FACD2F288C}" dt="2026-07-06T16:54:56.352" v="66" actId="26606"/>
          <ac:grpSpMkLst>
            <pc:docMk/>
            <pc:sldMk cId="0" sldId="256"/>
            <ac:grpSpMk id="9" creationId="{5EFBDE31-BB3E-6CFC-23CD-B5976DA38438}"/>
          </ac:grpSpMkLst>
        </pc:grpChg>
        <pc:picChg chg="add">
          <ac:chgData name="Mahati SRI VANGIPURAM" userId="d13839bd-41d0-4af6-8dc1-cd67dfc3a44f" providerId="ADAL" clId="{7330F794-95F0-40CF-A26F-C2FACD2F288C}" dt="2026-07-06T16:54:56.352" v="66" actId="26606"/>
          <ac:picMkLst>
            <pc:docMk/>
            <pc:sldMk cId="0" sldId="256"/>
            <ac:picMk id="5" creationId="{A82B0506-C879-56E1-2DCA-8DDF431AC90E}"/>
          </ac:picMkLst>
        </pc:picChg>
      </pc:sldChg>
      <pc:sldChg chg="addSp delSp modSp mod setBg modAnim">
        <pc:chgData name="Mahati SRI VANGIPURAM" userId="d13839bd-41d0-4af6-8dc1-cd67dfc3a44f" providerId="ADAL" clId="{7330F794-95F0-40CF-A26F-C2FACD2F288C}" dt="2026-07-06T18:48:19.601" v="437"/>
        <pc:sldMkLst>
          <pc:docMk/>
          <pc:sldMk cId="0" sldId="257"/>
        </pc:sldMkLst>
        <pc:spChg chg="add del mod">
          <ac:chgData name="Mahati SRI VANGIPURAM" userId="d13839bd-41d0-4af6-8dc1-cd67dfc3a44f" providerId="ADAL" clId="{7330F794-95F0-40CF-A26F-C2FACD2F288C}" dt="2026-07-06T17:04:11.408" v="92" actId="478"/>
          <ac:spMkLst>
            <pc:docMk/>
            <pc:sldMk cId="0" sldId="257"/>
            <ac:spMk id="2" creationId="{00000000-0000-0000-0000-000000000000}"/>
          </ac:spMkLst>
        </pc:spChg>
        <pc:spChg chg="add del mod">
          <ac:chgData name="Mahati SRI VANGIPURAM" userId="d13839bd-41d0-4af6-8dc1-cd67dfc3a44f" providerId="ADAL" clId="{7330F794-95F0-40CF-A26F-C2FACD2F288C}" dt="2026-07-06T16:59:20.585" v="79" actId="478"/>
          <ac:spMkLst>
            <pc:docMk/>
            <pc:sldMk cId="0" sldId="257"/>
            <ac:spMk id="3" creationId="{00000000-0000-0000-0000-000000000000}"/>
          </ac:spMkLst>
        </pc:spChg>
        <pc:spChg chg="add del">
          <ac:chgData name="Mahati SRI VANGIPURAM" userId="d13839bd-41d0-4af6-8dc1-cd67dfc3a44f" providerId="ADAL" clId="{7330F794-95F0-40CF-A26F-C2FACD2F288C}" dt="2026-07-06T18:47:40.243" v="422" actId="22"/>
          <ac:spMkLst>
            <pc:docMk/>
            <pc:sldMk cId="0" sldId="257"/>
            <ac:spMk id="3" creationId="{B834116E-7E4B-94F5-6EBA-BE8498C0646E}"/>
          </ac:spMkLst>
        </pc:spChg>
        <pc:spChg chg="add mod">
          <ac:chgData name="Mahati SRI VANGIPURAM" userId="d13839bd-41d0-4af6-8dc1-cd67dfc3a44f" providerId="ADAL" clId="{7330F794-95F0-40CF-A26F-C2FACD2F288C}" dt="2026-07-06T18:47:50.920" v="435" actId="20577"/>
          <ac:spMkLst>
            <pc:docMk/>
            <pc:sldMk cId="0" sldId="257"/>
            <ac:spMk id="4" creationId="{AA0D47CC-98C8-2C84-FD22-57874BEE2C14}"/>
          </ac:spMkLst>
        </pc:spChg>
        <pc:spChg chg="add">
          <ac:chgData name="Mahati SRI VANGIPURAM" userId="d13839bd-41d0-4af6-8dc1-cd67dfc3a44f" providerId="ADAL" clId="{7330F794-95F0-40CF-A26F-C2FACD2F288C}" dt="2026-07-06T02:27:27.222" v="46"/>
          <ac:spMkLst>
            <pc:docMk/>
            <pc:sldMk cId="0" sldId="257"/>
            <ac:spMk id="4" creationId="{E9A10DE0-1607-CDA0-BA81-FC138ACE1DF9}"/>
          </ac:spMkLst>
        </pc:spChg>
        <pc:spChg chg="add">
          <ac:chgData name="Mahati SRI VANGIPURAM" userId="d13839bd-41d0-4af6-8dc1-cd67dfc3a44f" providerId="ADAL" clId="{7330F794-95F0-40CF-A26F-C2FACD2F288C}" dt="2026-07-06T02:27:32.560" v="47"/>
          <ac:spMkLst>
            <pc:docMk/>
            <pc:sldMk cId="0" sldId="257"/>
            <ac:spMk id="5" creationId="{EEC0522B-135E-0FFC-A78B-7C5D7C75CCBB}"/>
          </ac:spMkLst>
        </pc:spChg>
        <pc:spChg chg="add mod">
          <ac:chgData name="Mahati SRI VANGIPURAM" userId="d13839bd-41d0-4af6-8dc1-cd67dfc3a44f" providerId="ADAL" clId="{7330F794-95F0-40CF-A26F-C2FACD2F288C}" dt="2026-07-06T02:27:48.839" v="54" actId="1076"/>
          <ac:spMkLst>
            <pc:docMk/>
            <pc:sldMk cId="0" sldId="257"/>
            <ac:spMk id="6" creationId="{23D701B4-CB48-3D9F-8427-E803E7D82750}"/>
          </ac:spMkLst>
        </pc:spChg>
        <pc:spChg chg="add">
          <ac:chgData name="Mahati SRI VANGIPURAM" userId="d13839bd-41d0-4af6-8dc1-cd67dfc3a44f" providerId="ADAL" clId="{7330F794-95F0-40CF-A26F-C2FACD2F288C}" dt="2026-07-06T02:27:50.993" v="56"/>
          <ac:spMkLst>
            <pc:docMk/>
            <pc:sldMk cId="0" sldId="257"/>
            <ac:spMk id="7" creationId="{5198F030-C0C9-8C82-32E6-5844EB75AD42}"/>
          </ac:spMkLst>
        </pc:spChg>
        <pc:spChg chg="add mod">
          <ac:chgData name="Mahati SRI VANGIPURAM" userId="d13839bd-41d0-4af6-8dc1-cd67dfc3a44f" providerId="ADAL" clId="{7330F794-95F0-40CF-A26F-C2FACD2F288C}" dt="2026-07-06T18:17:50.779" v="192" actId="20577"/>
          <ac:spMkLst>
            <pc:docMk/>
            <pc:sldMk cId="0" sldId="257"/>
            <ac:spMk id="21" creationId="{A3C36B48-7F56-1246-1448-E0CE4091F6AE}"/>
          </ac:spMkLst>
        </pc:spChg>
        <pc:spChg chg="add del mod">
          <ac:chgData name="Mahati SRI VANGIPURAM" userId="d13839bd-41d0-4af6-8dc1-cd67dfc3a44f" providerId="ADAL" clId="{7330F794-95F0-40CF-A26F-C2FACD2F288C}" dt="2026-07-06T17:04:52.464" v="101" actId="21"/>
          <ac:spMkLst>
            <pc:docMk/>
            <pc:sldMk cId="0" sldId="257"/>
            <ac:spMk id="23" creationId="{9EA123F1-C947-E93F-CB74-449195D5E854}"/>
          </ac:spMkLst>
        </pc:spChg>
        <pc:spChg chg="add">
          <ac:chgData name="Mahati SRI VANGIPURAM" userId="d13839bd-41d0-4af6-8dc1-cd67dfc3a44f" providerId="ADAL" clId="{7330F794-95F0-40CF-A26F-C2FACD2F288C}" dt="2026-07-06T17:03:59.152" v="88" actId="26606"/>
          <ac:spMkLst>
            <pc:docMk/>
            <pc:sldMk cId="0" sldId="257"/>
            <ac:spMk id="24" creationId="{251BB4E6-C169-431D-9D53-2BBEBFFD1562}"/>
          </ac:spMkLst>
        </pc:spChg>
        <pc:spChg chg="add">
          <ac:chgData name="Mahati SRI VANGIPURAM" userId="d13839bd-41d0-4af6-8dc1-cd67dfc3a44f" providerId="ADAL" clId="{7330F794-95F0-40CF-A26F-C2FACD2F288C}" dt="2026-07-06T17:03:59.152" v="88" actId="26606"/>
          <ac:spMkLst>
            <pc:docMk/>
            <pc:sldMk cId="0" sldId="257"/>
            <ac:spMk id="26" creationId="{5AFEC34A-0251-411C-A0C7-E1FB917E90B5}"/>
          </ac:spMkLst>
        </pc:spChg>
        <pc:spChg chg="add">
          <ac:chgData name="Mahati SRI VANGIPURAM" userId="d13839bd-41d0-4af6-8dc1-cd67dfc3a44f" providerId="ADAL" clId="{7330F794-95F0-40CF-A26F-C2FACD2F288C}" dt="2026-07-06T17:03:59.152" v="88" actId="26606"/>
          <ac:spMkLst>
            <pc:docMk/>
            <pc:sldMk cId="0" sldId="257"/>
            <ac:spMk id="28" creationId="{89E9B1A9-F407-4A46-B721-26946A1A2CC8}"/>
          </ac:spMkLst>
        </pc:spChg>
        <pc:spChg chg="add">
          <ac:chgData name="Mahati SRI VANGIPURAM" userId="d13839bd-41d0-4af6-8dc1-cd67dfc3a44f" providerId="ADAL" clId="{7330F794-95F0-40CF-A26F-C2FACD2F288C}" dt="2026-07-06T17:03:59.152" v="88" actId="26606"/>
          <ac:spMkLst>
            <pc:docMk/>
            <pc:sldMk cId="0" sldId="257"/>
            <ac:spMk id="30" creationId="{B81747D3-9737-4919-8850-65DBC9048B92}"/>
          </ac:spMkLst>
        </pc:spChg>
        <pc:picChg chg="add mod">
          <ac:chgData name="Mahati SRI VANGIPURAM" userId="d13839bd-41d0-4af6-8dc1-cd67dfc3a44f" providerId="ADAL" clId="{7330F794-95F0-40CF-A26F-C2FACD2F288C}" dt="2026-07-06T02:30:25.985" v="63" actId="1076"/>
          <ac:picMkLst>
            <pc:docMk/>
            <pc:sldMk cId="0" sldId="257"/>
            <ac:picMk id="9" creationId="{194AC86F-6F3D-AA68-BADB-37D76382FB31}"/>
          </ac:picMkLst>
        </pc:picChg>
        <pc:picChg chg="add mod">
          <ac:chgData name="Mahati SRI VANGIPURAM" userId="d13839bd-41d0-4af6-8dc1-cd67dfc3a44f" providerId="ADAL" clId="{7330F794-95F0-40CF-A26F-C2FACD2F288C}" dt="2026-07-06T02:30:25.289" v="62" actId="1076"/>
          <ac:picMkLst>
            <pc:docMk/>
            <pc:sldMk cId="0" sldId="257"/>
            <ac:picMk id="11" creationId="{A23E22E2-A29D-9062-6171-29677FA9FE74}"/>
          </ac:picMkLst>
        </pc:picChg>
        <pc:picChg chg="add mod ord">
          <ac:chgData name="Mahati SRI VANGIPURAM" userId="d13839bd-41d0-4af6-8dc1-cd67dfc3a44f" providerId="ADAL" clId="{7330F794-95F0-40CF-A26F-C2FACD2F288C}" dt="2026-07-06T17:03:59.152" v="88" actId="26606"/>
          <ac:picMkLst>
            <pc:docMk/>
            <pc:sldMk cId="0" sldId="257"/>
            <ac:picMk id="13" creationId="{C2387F5F-701A-8ABF-37F6-429D69677CBF}"/>
          </ac:picMkLst>
        </pc:picChg>
        <pc:picChg chg="add mod">
          <ac:chgData name="Mahati SRI VANGIPURAM" userId="d13839bd-41d0-4af6-8dc1-cd67dfc3a44f" providerId="ADAL" clId="{7330F794-95F0-40CF-A26F-C2FACD2F288C}" dt="2026-07-06T17:05:09.057" v="105" actId="1076"/>
          <ac:picMkLst>
            <pc:docMk/>
            <pc:sldMk cId="0" sldId="257"/>
            <ac:picMk id="15" creationId="{90542D6A-6A54-8075-657E-C9B1AD089856}"/>
          </ac:picMkLst>
        </pc:picChg>
        <pc:picChg chg="add mod ord">
          <ac:chgData name="Mahati SRI VANGIPURAM" userId="d13839bd-41d0-4af6-8dc1-cd67dfc3a44f" providerId="ADAL" clId="{7330F794-95F0-40CF-A26F-C2FACD2F288C}" dt="2026-07-06T17:03:59.152" v="88" actId="26606"/>
          <ac:picMkLst>
            <pc:docMk/>
            <pc:sldMk cId="0" sldId="257"/>
            <ac:picMk id="17" creationId="{93146603-A5AC-8330-D7D6-3AEA349BBBEC}"/>
          </ac:picMkLst>
        </pc:picChg>
        <pc:picChg chg="add mod">
          <ac:chgData name="Mahati SRI VANGIPURAM" userId="d13839bd-41d0-4af6-8dc1-cd67dfc3a44f" providerId="ADAL" clId="{7330F794-95F0-40CF-A26F-C2FACD2F288C}" dt="2026-07-06T17:03:59.152" v="88" actId="26606"/>
          <ac:picMkLst>
            <pc:docMk/>
            <pc:sldMk cId="0" sldId="257"/>
            <ac:picMk id="19" creationId="{75693620-99C9-5EA0-B483-E5CD95E695A1}"/>
          </ac:picMkLst>
        </pc:picChg>
        <pc:picChg chg="add mod">
          <ac:chgData name="Mahati SRI VANGIPURAM" userId="d13839bd-41d0-4af6-8dc1-cd67dfc3a44f" providerId="ADAL" clId="{7330F794-95F0-40CF-A26F-C2FACD2F288C}" dt="2026-07-06T18:28:12.403" v="342" actId="14100"/>
          <ac:picMkLst>
            <pc:docMk/>
            <pc:sldMk cId="0" sldId="257"/>
            <ac:picMk id="27" creationId="{1FD9A393-6B2F-335F-529F-981603B3C46F}"/>
          </ac:picMkLst>
        </pc:picChg>
        <pc:picChg chg="add mod ord">
          <ac:chgData name="Mahati SRI VANGIPURAM" userId="d13839bd-41d0-4af6-8dc1-cd67dfc3a44f" providerId="ADAL" clId="{7330F794-95F0-40CF-A26F-C2FACD2F288C}" dt="2026-07-06T18:33:21.442" v="357" actId="14100"/>
          <ac:picMkLst>
            <pc:docMk/>
            <pc:sldMk cId="0" sldId="257"/>
            <ac:picMk id="31" creationId="{A1B5895D-A248-6A4C-E620-431937268B14}"/>
          </ac:picMkLst>
        </pc:picChg>
        <pc:picChg chg="add mod">
          <ac:chgData name="Mahati SRI VANGIPURAM" userId="d13839bd-41d0-4af6-8dc1-cd67dfc3a44f" providerId="ADAL" clId="{7330F794-95F0-40CF-A26F-C2FACD2F288C}" dt="2026-07-06T18:40:24.470" v="381" actId="1076"/>
          <ac:picMkLst>
            <pc:docMk/>
            <pc:sldMk cId="0" sldId="257"/>
            <ac:picMk id="33" creationId="{F80C97BC-368F-F781-E91D-E12E6B0CBAE9}"/>
          </ac:picMkLst>
        </pc:picChg>
      </pc:sldChg>
      <pc:sldChg chg="modSp mod">
        <pc:chgData name="Mahati SRI VANGIPURAM" userId="d13839bd-41d0-4af6-8dc1-cd67dfc3a44f" providerId="ADAL" clId="{7330F794-95F0-40CF-A26F-C2FACD2F288C}" dt="2026-07-06T18:49:33.553" v="448" actId="20577"/>
        <pc:sldMkLst>
          <pc:docMk/>
          <pc:sldMk cId="0" sldId="258"/>
        </pc:sldMkLst>
        <pc:spChg chg="mod">
          <ac:chgData name="Mahati SRI VANGIPURAM" userId="d13839bd-41d0-4af6-8dc1-cd67dfc3a44f" providerId="ADAL" clId="{7330F794-95F0-40CF-A26F-C2FACD2F288C}" dt="2026-07-06T18:49:33.553" v="448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mod ord">
        <pc:chgData name="Mahati SRI VANGIPURAM" userId="d13839bd-41d0-4af6-8dc1-cd67dfc3a44f" providerId="ADAL" clId="{7330F794-95F0-40CF-A26F-C2FACD2F288C}" dt="2026-07-06T18:22:51.222" v="327" actId="255"/>
        <pc:sldMkLst>
          <pc:docMk/>
          <pc:sldMk cId="0" sldId="259"/>
        </pc:sldMkLst>
        <pc:spChg chg="mod">
          <ac:chgData name="Mahati SRI VANGIPURAM" userId="d13839bd-41d0-4af6-8dc1-cd67dfc3a44f" providerId="ADAL" clId="{7330F794-95F0-40CF-A26F-C2FACD2F288C}" dt="2026-07-06T18:22:51.222" v="327" actId="255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Mahati SRI VANGIPURAM" userId="d13839bd-41d0-4af6-8dc1-cd67dfc3a44f" providerId="ADAL" clId="{7330F794-95F0-40CF-A26F-C2FACD2F288C}" dt="2026-07-06T18:49:50.018" v="449" actId="13926"/>
        <pc:sldMkLst>
          <pc:docMk/>
          <pc:sldMk cId="0" sldId="260"/>
        </pc:sldMkLst>
        <pc:spChg chg="mod">
          <ac:chgData name="Mahati SRI VANGIPURAM" userId="d13839bd-41d0-4af6-8dc1-cd67dfc3a44f" providerId="ADAL" clId="{7330F794-95F0-40CF-A26F-C2FACD2F288C}" dt="2026-07-06T18:49:50.018" v="449" actId="13926"/>
          <ac:spMkLst>
            <pc:docMk/>
            <pc:sldMk cId="0" sldId="260"/>
            <ac:spMk id="3" creationId="{00000000-0000-0000-0000-000000000000}"/>
          </ac:spMkLst>
        </pc:spChg>
      </pc:sldChg>
      <pc:sldChg chg="addSp modSp mod ord">
        <pc:chgData name="Mahati SRI VANGIPURAM" userId="d13839bd-41d0-4af6-8dc1-cd67dfc3a44f" providerId="ADAL" clId="{7330F794-95F0-40CF-A26F-C2FACD2F288C}" dt="2026-07-06T18:52:13.070" v="504" actId="14100"/>
        <pc:sldMkLst>
          <pc:docMk/>
          <pc:sldMk cId="0" sldId="261"/>
        </pc:sldMkLst>
        <pc:spChg chg="mod">
          <ac:chgData name="Mahati SRI VANGIPURAM" userId="d13839bd-41d0-4af6-8dc1-cd67dfc3a44f" providerId="ADAL" clId="{7330F794-95F0-40CF-A26F-C2FACD2F288C}" dt="2026-07-06T18:52:13.070" v="504" actId="14100"/>
          <ac:spMkLst>
            <pc:docMk/>
            <pc:sldMk cId="0" sldId="261"/>
            <ac:spMk id="3" creationId="{00000000-0000-0000-0000-000000000000}"/>
          </ac:spMkLst>
        </pc:spChg>
        <pc:picChg chg="add mod">
          <ac:chgData name="Mahati SRI VANGIPURAM" userId="d13839bd-41d0-4af6-8dc1-cd67dfc3a44f" providerId="ADAL" clId="{7330F794-95F0-40CF-A26F-C2FACD2F288C}" dt="2026-07-06T17:09:12.444" v="149" actId="2085"/>
          <ac:picMkLst>
            <pc:docMk/>
            <pc:sldMk cId="0" sldId="261"/>
            <ac:picMk id="5" creationId="{01A06EAE-4156-22E1-0F5D-C61DCF37BE9F}"/>
          </ac:picMkLst>
        </pc:picChg>
      </pc:sldChg>
      <pc:sldChg chg="addSp modSp mod">
        <pc:chgData name="Mahati SRI VANGIPURAM" userId="d13839bd-41d0-4af6-8dc1-cd67dfc3a44f" providerId="ADAL" clId="{7330F794-95F0-40CF-A26F-C2FACD2F288C}" dt="2026-07-06T18:19:03.443" v="206" actId="20577"/>
        <pc:sldMkLst>
          <pc:docMk/>
          <pc:sldMk cId="0" sldId="262"/>
        </pc:sldMkLst>
        <pc:spChg chg="mod">
          <ac:chgData name="Mahati SRI VANGIPURAM" userId="d13839bd-41d0-4af6-8dc1-cd67dfc3a44f" providerId="ADAL" clId="{7330F794-95F0-40CF-A26F-C2FACD2F288C}" dt="2026-07-06T18:19:03.443" v="206" actId="20577"/>
          <ac:spMkLst>
            <pc:docMk/>
            <pc:sldMk cId="0" sldId="262"/>
            <ac:spMk id="2" creationId="{00000000-0000-0000-0000-000000000000}"/>
          </ac:spMkLst>
        </pc:spChg>
        <pc:spChg chg="mod">
          <ac:chgData name="Mahati SRI VANGIPURAM" userId="d13839bd-41d0-4af6-8dc1-cd67dfc3a44f" providerId="ADAL" clId="{7330F794-95F0-40CF-A26F-C2FACD2F288C}" dt="2026-07-06T17:11:12.629" v="172" actId="20577"/>
          <ac:spMkLst>
            <pc:docMk/>
            <pc:sldMk cId="0" sldId="262"/>
            <ac:spMk id="3" creationId="{00000000-0000-0000-0000-000000000000}"/>
          </ac:spMkLst>
        </pc:spChg>
        <pc:picChg chg="add mod">
          <ac:chgData name="Mahati SRI VANGIPURAM" userId="d13839bd-41d0-4af6-8dc1-cd67dfc3a44f" providerId="ADAL" clId="{7330F794-95F0-40CF-A26F-C2FACD2F288C}" dt="2026-07-06T17:11:25.675" v="176" actId="1076"/>
          <ac:picMkLst>
            <pc:docMk/>
            <pc:sldMk cId="0" sldId="262"/>
            <ac:picMk id="4" creationId="{A4732769-8C5E-A6BB-9E8C-BF74596F5B5C}"/>
          </ac:picMkLst>
        </pc:picChg>
      </pc:sldChg>
      <pc:sldChg chg="modSp mod">
        <pc:chgData name="Mahati SRI VANGIPURAM" userId="d13839bd-41d0-4af6-8dc1-cd67dfc3a44f" providerId="ADAL" clId="{7330F794-95F0-40CF-A26F-C2FACD2F288C}" dt="2026-07-06T18:20:47.002" v="304"/>
        <pc:sldMkLst>
          <pc:docMk/>
          <pc:sldMk cId="0" sldId="263"/>
        </pc:sldMkLst>
        <pc:spChg chg="mod">
          <ac:chgData name="Mahati SRI VANGIPURAM" userId="d13839bd-41d0-4af6-8dc1-cd67dfc3a44f" providerId="ADAL" clId="{7330F794-95F0-40CF-A26F-C2FACD2F288C}" dt="2026-07-06T18:19:28.557" v="216" actId="20577"/>
          <ac:spMkLst>
            <pc:docMk/>
            <pc:sldMk cId="0" sldId="263"/>
            <ac:spMk id="2" creationId="{00000000-0000-0000-0000-000000000000}"/>
          </ac:spMkLst>
        </pc:spChg>
        <pc:spChg chg="mod">
          <ac:chgData name="Mahati SRI VANGIPURAM" userId="d13839bd-41d0-4af6-8dc1-cd67dfc3a44f" providerId="ADAL" clId="{7330F794-95F0-40CF-A26F-C2FACD2F288C}" dt="2026-07-06T18:20:47.002" v="304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Mahati SRI VANGIPURAM" userId="d13839bd-41d0-4af6-8dc1-cd67dfc3a44f" providerId="ADAL" clId="{7330F794-95F0-40CF-A26F-C2FACD2F288C}" dt="2026-07-06T18:23:39.365" v="329" actId="26606"/>
        <pc:sldMkLst>
          <pc:docMk/>
          <pc:sldMk cId="0" sldId="264"/>
        </pc:sldMkLst>
        <pc:spChg chg="mod">
          <ac:chgData name="Mahati SRI VANGIPURAM" userId="d13839bd-41d0-4af6-8dc1-cd67dfc3a44f" providerId="ADAL" clId="{7330F794-95F0-40CF-A26F-C2FACD2F288C}" dt="2026-07-06T18:23:39.365" v="329" actId="26606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Mahati SRI VANGIPURAM" userId="d13839bd-41d0-4af6-8dc1-cd67dfc3a44f" providerId="ADAL" clId="{7330F794-95F0-40CF-A26F-C2FACD2F288C}" dt="2026-07-06T18:23:12.387" v="328"/>
        <pc:sldMkLst>
          <pc:docMk/>
          <pc:sldMk cId="0" sldId="265"/>
        </pc:sldMkLst>
        <pc:spChg chg="mod">
          <ac:chgData name="Mahati SRI VANGIPURAM" userId="d13839bd-41d0-4af6-8dc1-cd67dfc3a44f" providerId="ADAL" clId="{7330F794-95F0-40CF-A26F-C2FACD2F288C}" dt="2026-07-06T18:23:12.387" v="328"/>
          <ac:spMkLst>
            <pc:docMk/>
            <pc:sldMk cId="0" sldId="265"/>
            <ac:spMk id="2" creationId="{00000000-0000-0000-0000-000000000000}"/>
          </ac:spMkLst>
        </pc:spChg>
        <pc:spChg chg="mod">
          <ac:chgData name="Mahati SRI VANGIPURAM" userId="d13839bd-41d0-4af6-8dc1-cd67dfc3a44f" providerId="ADAL" clId="{7330F794-95F0-40CF-A26F-C2FACD2F288C}" dt="2026-07-06T02:22:02.184" v="32" actId="20577"/>
          <ac:spMkLst>
            <pc:docMk/>
            <pc:sldMk cId="0" sldId="265"/>
            <ac:spMk id="3" creationId="{00000000-0000-0000-0000-000000000000}"/>
          </ac:spMkLst>
        </pc:spChg>
      </pc:sldChg>
      <pc:sldMasterChg chg="addSp mod">
        <pc:chgData name="Mahati SRI VANGIPURAM" userId="d13839bd-41d0-4af6-8dc1-cd67dfc3a44f" providerId="ADAL" clId="{7330F794-95F0-40CF-A26F-C2FACD2F288C}" dt="2026-07-06T02:20:48.941" v="2" actId="33475"/>
        <pc:sldMasterMkLst>
          <pc:docMk/>
          <pc:sldMasterMk cId="2209977519" sldId="2147483648"/>
        </pc:sldMasterMkLst>
        <pc:spChg chg="add">
          <ac:chgData name="Mahati SRI VANGIPURAM" userId="d13839bd-41d0-4af6-8dc1-cd67dfc3a44f" providerId="ADAL" clId="{7330F794-95F0-40CF-A26F-C2FACD2F288C}" dt="2026-07-06T02:20:48.941" v="2" actId="33475"/>
          <ac:spMkLst>
            <pc:docMk/>
            <pc:sldMasterMk cId="2209977519" sldId="2147483648"/>
            <ac:spMk id="8" creationId="{AF43DAD4-6C01-983C-66E2-BB197918A6DC}"/>
          </ac:spMkLst>
        </pc:sp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43DAD4-6C01-983C-66E2-BB197918A6D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8061325" y="63500"/>
            <a:ext cx="105092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200">
                <a:solidFill>
                  <a:srgbClr val="FF8C00">
                    <a:alpha val="50000"/>
                  </a:srgbClr>
                </a:solidFill>
                <a:latin typeface="Aptos" panose="020B00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17908" y="741391"/>
            <a:ext cx="3368866" cy="16162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5400" b="1">
                <a:solidFill>
                  <a:srgbClr val="FFFFFF"/>
                </a:solidFill>
              </a:defRPr>
            </a:pPr>
            <a:r>
              <a:rPr lang="en-US" sz="28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JavaMentor AI</a:t>
            </a:r>
          </a:p>
        </p:txBody>
      </p:sp>
      <p:pic>
        <p:nvPicPr>
          <p:cNvPr id="5" name="Picture 4" descr="Blue blocks and networks technology background">
            <a:extLst>
              <a:ext uri="{FF2B5EF4-FFF2-40B4-BE49-F238E27FC236}">
                <a16:creationId xmlns:a16="http://schemas.microsoft.com/office/drawing/2014/main" id="{A82B0506-C879-56E1-2DCA-8DDF431AC9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795" r="46706" b="-446"/>
          <a:stretch>
            <a:fillRect/>
          </a:stretch>
        </p:blipFill>
        <p:spPr>
          <a:xfrm>
            <a:off x="20" y="10"/>
            <a:ext cx="4571980" cy="68579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2521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5117908" y="2533476"/>
            <a:ext cx="3368865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sz="1600" b="1" dirty="0"/>
              <a:t>Adaptive Java Learning using Google ADK, Multi-Agent Systems &amp; MCP</a:t>
            </a:r>
            <a:endParaRPr lang="en-IN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68">
            <a:extLst>
              <a:ext uri="{FF2B5EF4-FFF2-40B4-BE49-F238E27FC236}">
                <a16:creationId xmlns:a16="http://schemas.microsoft.com/office/drawing/2014/main" id="{251BB4E6-C169-431D-9D53-2BBEBFFD1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736" y="12087"/>
            <a:ext cx="2710751" cy="1634110"/>
          </a:xfrm>
          <a:custGeom>
            <a:avLst/>
            <a:gdLst>
              <a:gd name="connsiteX0" fmla="*/ 38628 w 3614335"/>
              <a:gd name="connsiteY0" fmla="*/ 0 h 2178813"/>
              <a:gd name="connsiteX1" fmla="*/ 3575707 w 3614335"/>
              <a:gd name="connsiteY1" fmla="*/ 0 h 2178813"/>
              <a:gd name="connsiteX2" fmla="*/ 3577619 w 3614335"/>
              <a:gd name="connsiteY2" fmla="*/ 7439 h 2178813"/>
              <a:gd name="connsiteX3" fmla="*/ 3614335 w 3614335"/>
              <a:gd name="connsiteY3" fmla="*/ 371646 h 2178813"/>
              <a:gd name="connsiteX4" fmla="*/ 1807167 w 3614335"/>
              <a:gd name="connsiteY4" fmla="*/ 2178813 h 2178813"/>
              <a:gd name="connsiteX5" fmla="*/ 0 w 3614335"/>
              <a:gd name="connsiteY5" fmla="*/ 371646 h 2178813"/>
              <a:gd name="connsiteX6" fmla="*/ 36715 w 3614335"/>
              <a:gd name="connsiteY6" fmla="*/ 7439 h 2178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14335" h="2178813">
                <a:moveTo>
                  <a:pt x="38628" y="0"/>
                </a:moveTo>
                <a:lnTo>
                  <a:pt x="3575707" y="0"/>
                </a:lnTo>
                <a:lnTo>
                  <a:pt x="3577619" y="7439"/>
                </a:lnTo>
                <a:cubicBezTo>
                  <a:pt x="3601692" y="125081"/>
                  <a:pt x="3614335" y="246887"/>
                  <a:pt x="3614335" y="371646"/>
                </a:cubicBezTo>
                <a:cubicBezTo>
                  <a:pt x="3614335" y="1369717"/>
                  <a:pt x="2805239" y="2178813"/>
                  <a:pt x="1807167" y="2178813"/>
                </a:cubicBezTo>
                <a:cubicBezTo>
                  <a:pt x="809097" y="2178813"/>
                  <a:pt x="0" y="1369717"/>
                  <a:pt x="0" y="371646"/>
                </a:cubicBezTo>
                <a:cubicBezTo>
                  <a:pt x="0" y="246887"/>
                  <a:pt x="12642" y="125081"/>
                  <a:pt x="36715" y="7439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0542D6A-6A54-8075-657E-C9B1AD089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974" y="257482"/>
            <a:ext cx="2170944" cy="553590"/>
          </a:xfrm>
          <a:prstGeom prst="rect">
            <a:avLst/>
          </a:prstGeom>
        </p:spPr>
      </p:pic>
      <p:sp>
        <p:nvSpPr>
          <p:cNvPr id="26" name="Freeform 72">
            <a:extLst>
              <a:ext uri="{FF2B5EF4-FFF2-40B4-BE49-F238E27FC236}">
                <a16:creationId xmlns:a16="http://schemas.microsoft.com/office/drawing/2014/main" id="{5AFEC34A-0251-411C-A0C7-E1FB917E9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53" y="2797839"/>
            <a:ext cx="3444750" cy="4060161"/>
          </a:xfrm>
          <a:custGeom>
            <a:avLst/>
            <a:gdLst>
              <a:gd name="connsiteX0" fmla="*/ 871484 w 3762321"/>
              <a:gd name="connsiteY0" fmla="*/ 0 h 4434467"/>
              <a:gd name="connsiteX1" fmla="*/ 3762321 w 3762321"/>
              <a:gd name="connsiteY1" fmla="*/ 2890836 h 4434467"/>
              <a:gd name="connsiteX2" fmla="*/ 3413413 w 3762321"/>
              <a:gd name="connsiteY2" fmla="*/ 4268781 h 4434467"/>
              <a:gd name="connsiteX3" fmla="*/ 3312756 w 3762321"/>
              <a:gd name="connsiteY3" fmla="*/ 4434467 h 4434467"/>
              <a:gd name="connsiteX4" fmla="*/ 0 w 3762321"/>
              <a:gd name="connsiteY4" fmla="*/ 4434467 h 4434467"/>
              <a:gd name="connsiteX5" fmla="*/ 0 w 3762321"/>
              <a:gd name="connsiteY5" fmla="*/ 134299 h 4434467"/>
              <a:gd name="connsiteX6" fmla="*/ 11838 w 3762321"/>
              <a:gd name="connsiteY6" fmla="*/ 129967 h 4434467"/>
              <a:gd name="connsiteX7" fmla="*/ 871484 w 3762321"/>
              <a:gd name="connsiteY7" fmla="*/ 0 h 4434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62321" h="4434467">
                <a:moveTo>
                  <a:pt x="871484" y="0"/>
                </a:moveTo>
                <a:cubicBezTo>
                  <a:pt x="2468049" y="0"/>
                  <a:pt x="3762321" y="1294271"/>
                  <a:pt x="3762321" y="2890836"/>
                </a:cubicBezTo>
                <a:cubicBezTo>
                  <a:pt x="3762321" y="3389763"/>
                  <a:pt x="3635928" y="3859169"/>
                  <a:pt x="3413413" y="4268781"/>
                </a:cubicBezTo>
                <a:lnTo>
                  <a:pt x="3312756" y="4434467"/>
                </a:lnTo>
                <a:lnTo>
                  <a:pt x="0" y="4434467"/>
                </a:lnTo>
                <a:lnTo>
                  <a:pt x="0" y="134299"/>
                </a:lnTo>
                <a:lnTo>
                  <a:pt x="11838" y="129967"/>
                </a:lnTo>
                <a:cubicBezTo>
                  <a:pt x="283400" y="45502"/>
                  <a:pt x="572129" y="0"/>
                  <a:pt x="871484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9E9B1A9-F407-4A46-B721-26946A1A2C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9272" y="1202866"/>
            <a:ext cx="2631245" cy="2631245"/>
          </a:xfrm>
          <a:prstGeom prst="ellipse">
            <a:avLst/>
          </a:pr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5693620-99C9-5EA0-B483-E5CD95E69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1260" y="1957883"/>
            <a:ext cx="1827267" cy="1140722"/>
          </a:xfrm>
          <a:prstGeom prst="rect">
            <a:avLst/>
          </a:prstGeom>
        </p:spPr>
      </p:pic>
      <p:sp>
        <p:nvSpPr>
          <p:cNvPr id="30" name="Freeform 64">
            <a:extLst>
              <a:ext uri="{FF2B5EF4-FFF2-40B4-BE49-F238E27FC236}">
                <a16:creationId xmlns:a16="http://schemas.microsoft.com/office/drawing/2014/main" id="{B81747D3-9737-4919-8850-65DBC9048B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3715" y="-4909"/>
            <a:ext cx="2320285" cy="2554527"/>
          </a:xfrm>
          <a:custGeom>
            <a:avLst/>
            <a:gdLst>
              <a:gd name="connsiteX0" fmla="*/ 404583 w 3093713"/>
              <a:gd name="connsiteY0" fmla="*/ 0 h 3406036"/>
              <a:gd name="connsiteX1" fmla="*/ 3093713 w 3093713"/>
              <a:gd name="connsiteY1" fmla="*/ 0 h 3406036"/>
              <a:gd name="connsiteX2" fmla="*/ 3093713 w 3093713"/>
              <a:gd name="connsiteY2" fmla="*/ 3187362 h 3406036"/>
              <a:gd name="connsiteX3" fmla="*/ 2990991 w 3093713"/>
              <a:gd name="connsiteY3" fmla="*/ 3236846 h 3406036"/>
              <a:gd name="connsiteX4" fmla="*/ 2152961 w 3093713"/>
              <a:gd name="connsiteY4" fmla="*/ 3406036 h 3406036"/>
              <a:gd name="connsiteX5" fmla="*/ 0 w 3093713"/>
              <a:gd name="connsiteY5" fmla="*/ 1253075 h 3406036"/>
              <a:gd name="connsiteX6" fmla="*/ 367692 w 3093713"/>
              <a:gd name="connsiteY6" fmla="*/ 49334 h 3406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93713" h="3406036">
                <a:moveTo>
                  <a:pt x="404583" y="0"/>
                </a:moveTo>
                <a:lnTo>
                  <a:pt x="3093713" y="0"/>
                </a:lnTo>
                <a:lnTo>
                  <a:pt x="3093713" y="3187362"/>
                </a:lnTo>
                <a:lnTo>
                  <a:pt x="2990991" y="3236846"/>
                </a:lnTo>
                <a:cubicBezTo>
                  <a:pt x="2733414" y="3345792"/>
                  <a:pt x="2450223" y="3406036"/>
                  <a:pt x="2152961" y="3406036"/>
                </a:cubicBezTo>
                <a:cubicBezTo>
                  <a:pt x="963913" y="3406036"/>
                  <a:pt x="0" y="2442123"/>
                  <a:pt x="0" y="1253075"/>
                </a:cubicBezTo>
                <a:cubicBezTo>
                  <a:pt x="0" y="807182"/>
                  <a:pt x="135550" y="392949"/>
                  <a:pt x="367692" y="49334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3146603-A5AC-8330-D7D6-3AEA349BBB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6079" y="348921"/>
            <a:ext cx="1701419" cy="1518471"/>
          </a:xfrm>
          <a:prstGeom prst="rect">
            <a:avLst/>
          </a:prstGeom>
        </p:spPr>
      </p:pic>
      <p:pic>
        <p:nvPicPr>
          <p:cNvPr id="13" name="Graphic 12" descr="Classroom with solid fill">
            <a:extLst>
              <a:ext uri="{FF2B5EF4-FFF2-40B4-BE49-F238E27FC236}">
                <a16:creationId xmlns:a16="http://schemas.microsoft.com/office/drawing/2014/main" id="{C2387F5F-701A-8ABF-37F6-429D69677C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2068" y="4089000"/>
            <a:ext cx="2416802" cy="241680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3C36B48-7F56-1246-1448-E0CE4091F6AE}"/>
              </a:ext>
            </a:extLst>
          </p:cNvPr>
          <p:cNvSpPr txBox="1"/>
          <p:nvPr/>
        </p:nvSpPr>
        <p:spPr>
          <a:xfrm>
            <a:off x="2433681" y="4589128"/>
            <a:ext cx="6254496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6858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4800" kern="1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The Problem</a:t>
            </a:r>
          </a:p>
        </p:txBody>
      </p:sp>
      <p:pic>
        <p:nvPicPr>
          <p:cNvPr id="33" name="Graphic 32" descr="Questions outline">
            <a:extLst>
              <a:ext uri="{FF2B5EF4-FFF2-40B4-BE49-F238E27FC236}">
                <a16:creationId xmlns:a16="http://schemas.microsoft.com/office/drawing/2014/main" id="{F80C97BC-368F-F781-E91D-E12E6B0CBA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17542" y="1862658"/>
            <a:ext cx="2708915" cy="27089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A0D47CC-98C8-2C84-FD22-57874BEE2C14}"/>
              </a:ext>
            </a:extLst>
          </p:cNvPr>
          <p:cNvSpPr txBox="1"/>
          <p:nvPr/>
        </p:nvSpPr>
        <p:spPr>
          <a:xfrm>
            <a:off x="2586081" y="4741528"/>
            <a:ext cx="6254496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6858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4800" kern="1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The Solution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3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600"/>
                            </p:stCondLst>
                            <p:childTnLst>
                              <p:par>
                                <p:cTn id="23" presetID="3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0"/>
              </a:spcAft>
              <a:defRPr sz="4000" b="1">
                <a:solidFill>
                  <a:srgbClr val="FFFFFF"/>
                </a:solidFill>
              </a:defRPr>
            </a:pPr>
            <a:r>
              <a:t>JavaMentor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049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Adaptive Java learning system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Built using Google ADK multi-agent architecture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Specialized agents: Tutor, Quiz, Code Executor, Interview, Learning Path, News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lang="en-US" dirty="0"/>
              <a:t>• Grounded responses using tools + deterministic execution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Real demo: from single chatbot → coordinated agent system</a:t>
            </a:r>
            <a:endParaRPr lang="en-IN" dirty="0"/>
          </a:p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lang="en-IN" dirty="0"/>
              <a:t>User</a:t>
            </a:r>
          </a:p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lang="en-IN" dirty="0"/>
              <a:t>↓</a:t>
            </a:r>
          </a:p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lang="en-IN" dirty="0"/>
              <a:t>Orchestrator</a:t>
            </a:r>
          </a:p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lang="en-IN" dirty="0"/>
              <a:t>↓</a:t>
            </a:r>
          </a:p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lang="en-IN" dirty="0"/>
              <a:t>Specialist Agents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000" b="1">
                <a:solidFill>
                  <a:srgbClr val="FFFFFF"/>
                </a:solidFill>
              </a:defRPr>
            </a:pPr>
            <a:r>
              <a:t>Multi-Agent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314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12121"/>
                </a:solidFill>
                <a:latin typeface="Courier New"/>
              </a:defRPr>
            </a:pPr>
            <a:r>
              <a:rPr lang="en-IN" dirty="0"/>
              <a:t>User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12121"/>
                </a:solidFill>
                <a:latin typeface="Courier New"/>
              </a:defRPr>
            </a:pPr>
            <a:r>
              <a:rPr lang="en-IN" dirty="0"/>
              <a:t> │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12121"/>
                </a:solidFill>
                <a:latin typeface="Courier New"/>
              </a:defRPr>
            </a:pPr>
            <a:r>
              <a:rPr lang="en-IN" dirty="0"/>
              <a:t> ▼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12121"/>
                </a:solidFill>
                <a:latin typeface="Courier New"/>
              </a:defRPr>
            </a:pPr>
            <a:r>
              <a:rPr lang="en-IN" dirty="0" err="1"/>
              <a:t>FastAPI</a:t>
            </a:r>
            <a:r>
              <a:rPr lang="en-IN" dirty="0"/>
              <a:t> Backend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12121"/>
                </a:solidFill>
                <a:latin typeface="Courier New"/>
              </a:defRPr>
            </a:pPr>
            <a:r>
              <a:rPr lang="en-IN" dirty="0"/>
              <a:t> │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12121"/>
                </a:solidFill>
                <a:latin typeface="Courier New"/>
              </a:defRPr>
            </a:pPr>
            <a:r>
              <a:rPr lang="en-IN" dirty="0"/>
              <a:t> ▼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12121"/>
                </a:solidFill>
                <a:latin typeface="Courier New"/>
              </a:defRPr>
            </a:pPr>
            <a:r>
              <a:rPr lang="en-IN" dirty="0"/>
              <a:t>ADK Orchestrator (Root Agent)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12121"/>
                </a:solidFill>
                <a:latin typeface="Courier New"/>
              </a:defRPr>
            </a:pPr>
            <a:r>
              <a:rPr lang="en-IN" dirty="0"/>
              <a:t> │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12121"/>
                </a:solidFill>
                <a:latin typeface="Courier New"/>
              </a:defRPr>
            </a:pPr>
            <a:r>
              <a:rPr lang="en-IN" dirty="0"/>
              <a:t> ├── Tutor Agent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12121"/>
                </a:solidFill>
                <a:latin typeface="Courier New"/>
              </a:defRPr>
            </a:pPr>
            <a:r>
              <a:rPr lang="en-IN" dirty="0"/>
              <a:t> ├── Quiz Agent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12121"/>
                </a:solidFill>
                <a:latin typeface="Courier New"/>
              </a:defRPr>
            </a:pPr>
            <a:r>
              <a:rPr lang="en-IN" dirty="0"/>
              <a:t> ├── Code Agent ───────► </a:t>
            </a:r>
            <a:r>
              <a:rPr lang="en-IN" dirty="0">
                <a:highlight>
                  <a:srgbClr val="FFFF00"/>
                </a:highlight>
              </a:rPr>
              <a:t>MCP Layer </a:t>
            </a:r>
            <a:r>
              <a:rPr lang="en-IN" dirty="0"/>
              <a:t>─────► Piston Java Runtime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12121"/>
                </a:solidFill>
                <a:latin typeface="Courier New"/>
              </a:defRPr>
            </a:pPr>
            <a:r>
              <a:rPr lang="en-IN" dirty="0"/>
              <a:t> ├── Interview Agent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12121"/>
                </a:solidFill>
                <a:latin typeface="Courier New"/>
              </a:defRPr>
            </a:pPr>
            <a:r>
              <a:rPr lang="en-IN" dirty="0"/>
              <a:t> ├── Learning Path Agent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12121"/>
                </a:solidFill>
                <a:latin typeface="Courier New"/>
              </a:defRPr>
            </a:pPr>
            <a:r>
              <a:rPr lang="en-IN" dirty="0"/>
              <a:t> └── News Agent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12121"/>
                </a:solidFill>
                <a:latin typeface="Courier New"/>
              </a:defRPr>
            </a:pPr>
            <a:r>
              <a:rPr lang="en-IN" dirty="0"/>
              <a:t> │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12121"/>
                </a:solidFill>
                <a:latin typeface="Courier New"/>
              </a:defRPr>
            </a:pPr>
            <a:r>
              <a:rPr lang="en-IN" dirty="0"/>
              <a:t> ▼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12121"/>
                </a:solidFill>
                <a:latin typeface="Courier New"/>
              </a:defRPr>
            </a:pPr>
            <a:r>
              <a:rPr lang="en-IN" dirty="0"/>
              <a:t>Frontend (HTML + JS + Mermaid + Highlight.js)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0"/>
              </a:spcAft>
              <a:defRPr sz="4000" b="1">
                <a:solidFill>
                  <a:srgbClr val="FFFFFF"/>
                </a:solidFill>
              </a:defRPr>
            </a:pPr>
            <a:r>
              <a:rPr lang="en-IN" dirty="0"/>
              <a:t>Runtime Flow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751034"/>
            <a:ext cx="6647688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Step 1: User asks a question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Step 2: Orchestrator classifies intent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Step 3: Routes to appropriate agent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Step 4: Agent uses tools if needed (e.g., execute Java)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Step 5: Response generated with diagrams &amp; explanations</a:t>
            </a:r>
            <a:endParaRPr lang="en-IN" dirty="0"/>
          </a:p>
        </p:txBody>
      </p:sp>
      <p:pic>
        <p:nvPicPr>
          <p:cNvPr id="4" name="Picture 3" descr="techflow-3.png">
            <a:extLst>
              <a:ext uri="{FF2B5EF4-FFF2-40B4-BE49-F238E27FC236}">
                <a16:creationId xmlns:a16="http://schemas.microsoft.com/office/drawing/2014/main" id="{A4732769-8C5E-A6BB-9E8C-BF74596F5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746" y="2843915"/>
            <a:ext cx="8554618" cy="39778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0"/>
              </a:spcAft>
              <a:defRPr sz="4000" b="1">
                <a:solidFill>
                  <a:srgbClr val="FFFFFF"/>
                </a:solidFill>
              </a:defRPr>
            </a:pPr>
            <a:r>
              <a:rPr dirty="0"/>
              <a:t>Engineering </a:t>
            </a:r>
            <a:r>
              <a:rPr lang="en-IN" dirty="0"/>
              <a:t>Principles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2993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Google ADK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MCP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</a:t>
            </a:r>
            <a:r>
              <a:rPr lang="en-IN" dirty="0"/>
              <a:t> Deterministic execution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lang="en-IN" dirty="0"/>
              <a:t>• Modularity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lang="en-IN" dirty="0"/>
              <a:t>• Visual Learning</a:t>
            </a:r>
            <a:endParaRPr dirty="0"/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Core principle: System design &gt; Prompt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0"/>
              </a:spcAft>
              <a:defRPr sz="4000" b="1">
                <a:solidFill>
                  <a:srgbClr val="FFFFFF"/>
                </a:solidFill>
              </a:defRPr>
            </a:pPr>
            <a:r>
              <a:t>Model Context Protocol (MCP)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0698" y="731520"/>
            <a:ext cx="8411558" cy="4481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Standardized tool interface for all agents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Safe execution boundaries without direct model access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Decouples reasoning (LLM) from execution (tools)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Tools exposed via MCP: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  - Java code execution (Piston API)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  - Java version knowledge base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  - Runtime information &amp; diagnostics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Key insight: MCP turns models into tool-using systems, not just text generators</a:t>
            </a:r>
            <a:endParaRPr lang="en-IN" dirty="0"/>
          </a:p>
          <a:p>
            <a:pPr algn="ctr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lang="en-US" b="1" dirty="0"/>
              <a:t>LLM -&gt; MCP -&gt; Tool -&gt; Verified Result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A06EAE-4156-22E1-0F5D-C61DCF37B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759" y="997301"/>
            <a:ext cx="2048161" cy="22482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000" b="1">
                <a:solidFill>
                  <a:srgbClr val="FFFFFF"/>
                </a:solidFill>
              </a:defRPr>
            </a:pPr>
            <a:r>
              <a:t>Why Agents Instead of LLMs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931920" cy="1928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4C81"/>
                </a:solidFill>
              </a:defRPr>
            </a:pPr>
            <a:r>
              <a:rPr dirty="0"/>
              <a:t>Traditional LLM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• Single model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• Prompt-driven only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• Unstructured outputs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• No execution guarantees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• Hallucination prone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05840"/>
            <a:ext cx="3931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4C81"/>
                </a:solidFill>
              </a:defRPr>
            </a:pPr>
            <a:r>
              <a:rPr dirty="0"/>
              <a:t>Agentic System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• Multi-agent orchestration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• Tool + routing driven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• Role-specialized outputs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• Deterministic execution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• Grounded &amp; verifiable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0"/>
              </a:spcAft>
              <a:defRPr sz="4000" b="1">
                <a:solidFill>
                  <a:srgbClr val="FFFFFF"/>
                </a:solidFill>
              </a:defRPr>
            </a:pPr>
            <a:r>
              <a:t>Key Learnings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3507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</a:t>
            </a:r>
            <a:r>
              <a:rPr lang="en-US"/>
              <a:t>Structured systems are what truly unlock the power of </a:t>
            </a:r>
            <a:r>
              <a:rPr dirty="0"/>
              <a:t>LLMs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</a:t>
            </a:r>
            <a:r>
              <a:rPr lang="en-IN"/>
              <a:t>Effective agents depend on </a:t>
            </a:r>
            <a:r>
              <a:rPr dirty="0"/>
              <a:t>orchestration</a:t>
            </a:r>
            <a:r>
              <a:rPr lang="en-IN"/>
              <a:t>, defined</a:t>
            </a:r>
            <a:r>
              <a:rPr dirty="0"/>
              <a:t> constraints</a:t>
            </a:r>
            <a:r>
              <a:rPr lang="en-IN"/>
              <a:t>, and</a:t>
            </a:r>
            <a:r>
              <a:rPr dirty="0"/>
              <a:t> tools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</a:t>
            </a:r>
            <a:r>
              <a:rPr lang="en-IN"/>
              <a:t>Predictable, deterministic </a:t>
            </a:r>
            <a:r>
              <a:rPr dirty="0"/>
              <a:t>execution </a:t>
            </a:r>
            <a:r>
              <a:rPr lang="en-IN"/>
              <a:t>strengthens </a:t>
            </a:r>
            <a:r>
              <a:rPr dirty="0"/>
              <a:t>user </a:t>
            </a:r>
            <a:r>
              <a:rPr lang="en-IN"/>
              <a:t>confidence</a:t>
            </a:r>
            <a:endParaRPr dirty="0"/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</a:t>
            </a:r>
            <a:r>
              <a:rPr lang="en-IN"/>
              <a:t>Dividing responsibilities across </a:t>
            </a:r>
            <a:r>
              <a:rPr dirty="0"/>
              <a:t>roles </a:t>
            </a:r>
            <a:r>
              <a:rPr lang="en-IN"/>
              <a:t>elevates the quality of </a:t>
            </a:r>
            <a:r>
              <a:rPr dirty="0"/>
              <a:t>reasoning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endParaRPr lang="en-IN" dirty="0"/>
          </a:p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lang="en-IN" b="1" dirty="0"/>
              <a:t>“ Context Engineering &gt; Prompt Engineering “</a:t>
            </a:r>
            <a:endParaRPr b="1" dirty="0"/>
          </a:p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lang="en-IN" b="1" dirty="0"/>
              <a:t>“ </a:t>
            </a:r>
            <a:r>
              <a:rPr b="1" dirty="0"/>
              <a:t>The model is not the product—the system around it is.</a:t>
            </a:r>
            <a:r>
              <a:rPr lang="en-IN" b="1" dirty="0"/>
              <a:t>"</a:t>
            </a:r>
            <a:endParaRPr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0"/>
              </a:spcAft>
              <a:defRPr sz="4000" b="1">
                <a:solidFill>
                  <a:srgbClr val="FFFFFF"/>
                </a:solidFill>
              </a:defRPr>
            </a:pPr>
            <a:r>
              <a:rPr lang="en-IN" sz="4000" b="1" dirty="0"/>
              <a:t>Roadmap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3507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Persistent memory across sessions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Agent Skills: modular capabilities framework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Trajectory evaluation: measure learning outcomes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RAG-based Java documentation grounding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Voice-based learning assistant</a:t>
            </a:r>
            <a:endParaRPr lang="en-IN" dirty="0"/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endParaRPr dirty="0"/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Vision: From assistant → Adaptive learning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992</TotalTime>
  <Words>437</Words>
  <Application>Microsoft Office PowerPoint</Application>
  <PresentationFormat>On-screen Show (4:3)</PresentationFormat>
  <Paragraphs>85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Mahati SRI VANGIPURAM</cp:lastModifiedBy>
  <cp:revision>1</cp:revision>
  <dcterms:created xsi:type="dcterms:W3CDTF">2013-01-27T09:14:16Z</dcterms:created>
  <dcterms:modified xsi:type="dcterms:W3CDTF">2026-07-06T18:52:18Z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2db9220-a04a-4f06-aab9-80cbe5287fb3_Enabled">
    <vt:lpwstr>true</vt:lpwstr>
  </property>
  <property fmtid="{D5CDD505-2E9C-101B-9397-08002B2CF9AE}" pid="3" name="MSIP_Label_d2db9220-a04a-4f06-aab9-80cbe5287fb3_SetDate">
    <vt:lpwstr>2026-07-06T02:20:48Z</vt:lpwstr>
  </property>
  <property fmtid="{D5CDD505-2E9C-101B-9397-08002B2CF9AE}" pid="4" name="MSIP_Label_d2db9220-a04a-4f06-aab9-80cbe5287fb3_Method">
    <vt:lpwstr>Standard</vt:lpwstr>
  </property>
  <property fmtid="{D5CDD505-2E9C-101B-9397-08002B2CF9AE}" pid="5" name="MSIP_Label_d2db9220-a04a-4f06-aab9-80cbe5287fb3_Name">
    <vt:lpwstr>d2db9220-a04a-4f06-aab9-80cbe5287fb3</vt:lpwstr>
  </property>
  <property fmtid="{D5CDD505-2E9C-101B-9397-08002B2CF9AE}" pid="6" name="MSIP_Label_d2db9220-a04a-4f06-aab9-80cbe5287fb3_SiteId">
    <vt:lpwstr>b3f4f7c2-72ce-4192-aba4-d6c7719b5766</vt:lpwstr>
  </property>
  <property fmtid="{D5CDD505-2E9C-101B-9397-08002B2CF9AE}" pid="7" name="MSIP_Label_d2db9220-a04a-4f06-aab9-80cbe5287fb3_ActionId">
    <vt:lpwstr>29b18ada-41a5-4c8a-b7a0-f930a5d162df</vt:lpwstr>
  </property>
  <property fmtid="{D5CDD505-2E9C-101B-9397-08002B2CF9AE}" pid="8" name="MSIP_Label_d2db9220-a04a-4f06-aab9-80cbe5287fb3_ContentBits">
    <vt:lpwstr>1</vt:lpwstr>
  </property>
  <property fmtid="{D5CDD505-2E9C-101B-9397-08002B2CF9AE}" pid="9" name="MSIP_Label_d2db9220-a04a-4f06-aab9-80cbe5287fb3_Tag">
    <vt:lpwstr>10, 3, 0, 1</vt:lpwstr>
  </property>
  <property fmtid="{D5CDD505-2E9C-101B-9397-08002B2CF9AE}" pid="10" name="ClassificationContentMarkingHeaderLocations">
    <vt:lpwstr>Office Theme:8</vt:lpwstr>
  </property>
  <property fmtid="{D5CDD505-2E9C-101B-9397-08002B2CF9AE}" pid="11" name="ClassificationContentMarkingHeaderText">
    <vt:lpwstr>CONFIDENTIAL</vt:lpwstr>
  </property>
</Properties>
</file>